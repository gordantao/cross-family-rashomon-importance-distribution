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CARMICHAEL LAB  ·  METHODS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 Methods &amp; Validation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Falcon-Cano data-preparation and cross-family RID pipeline verified line-by-line against the code, a synthetic ground-truth validation study, and where all of it leaves the paper's three-dataset, three-method target.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Gordan Tao      </a:t>
            </a:r>
            <a:pPr indent="0" marL="0">
              <a:buNone/>
            </a:pPr>
            <a:r>
              <a:rPr lang="en-US" sz="12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30, 2026      </a:t>
            </a:r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rid/ package · run_rashomon_falcon_cano.py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SMILES to a feature-importance distribution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parts: the Falcon-Cano data preparation, the cross-family RID method itself, a synthetic ground-truth study that checks whether RID actually recovers the right features, and where that leaves publication readiness. The pipeline below is Falcon-Cano-specific; the method and validation slides apply to any dataset RID is run 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50592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pool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SMILES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809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80944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descriptors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computed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112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511296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curation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175 descriptors, optional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41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41648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0.80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72000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Cross-family bootstrap RID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 families (this deck's focus)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023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102352"/>
            <a:ext cx="1068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distribution  — 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feature, per metric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986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(first four stages) feeds the cross-family bootstrap procedure, which outputs a distribution — not a point estimate — of importance per feature.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· 1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the Falcon-Cano composite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Falcon-Cano et al. (2020) integrated four independently published sources into one combined pool — roughly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unique molecules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deduplication. Compounds are labeled binary at a 50% oral-bioavailability cutoff: high (F≥50%) vs. low (F&lt;50%).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are standardized and verified against PubChem; excluded are unusual valence states, non-druglike heavy atoms, molecular weight over 1,200 g/mol, and disconnected fragments. Duplicates are resolved via InChI identifiers — %F averaged when sources agree within 5%, otherwise resolved to the higher-confidence source.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627632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05740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 et 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00055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1,013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56032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Varma et al.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00055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306324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00055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35661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Dörwald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00055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on disk is smaller.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falcon_cano_featured.csv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1,157 molecules — matching Varma et al.'s training-split count exactly, not the full ~1,500-molecule combined pool described here.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· 2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two-dimensional RDKit descriptors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standardized SMILES. Verified directly from the modeling file: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raw descriptor columns — one fewer than the write-up's 208, likely an RDKit version difference since the draft was written.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3643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&amp; topological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/ bond / ring counts; Balaban J, Bertz CT, Wiener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series, Kappa shape indices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indices, BCUT eigenvalues, partial charges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2606040"/>
            <a:ext cx="53643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Lipophilicity &amp; surface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Crippen logP/MR, TPSA, six VSA family bins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counts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donors/acceptors, rotatable bonds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counts —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RDKit's fr_* substructure library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· 3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descriptors dropped, by rationale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5410048" cy="914400"/>
        </p:xfrm>
        <a:graphic>
          <a:graphicData uri="http://schemas.openxmlformats.org/drawingml/2006/table">
            <a:tbl>
              <a:tblPr/>
              <a:tblGrid>
                <a:gridCol w="2272220"/>
                <a:gridCol w="541005"/>
                <a:gridCol w="259682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Mol-weight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HeavyAtomMolWt, ExactMolWt track MolWt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 extremes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|max|/|min| duplicate the signed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Partial-charge extremes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abs-vs-signed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BCUT low-end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hi/lo pairs span one spectrum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logP BCUT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Crippen MolLogP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BCUT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Crippen MolMR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base &amp; normalized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inside valence-weighted Chi*v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536192"/>
          <a:ext cx="5410048" cy="914400"/>
        </p:xfrm>
        <a:graphic>
          <a:graphicData uri="http://schemas.openxmlformats.org/drawingml/2006/table">
            <a:tbl>
              <a:tblPr/>
              <a:tblGrid>
                <a:gridCol w="2272220"/>
                <a:gridCol w="541005"/>
                <a:gridCol w="259682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Ring-count sums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sum of retained sub-counts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Carboxylic-acid sums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fr_Al_COO + fr_Ar_COO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Hydroxyl subsets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subsets of retained OH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 subsets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subsets of fr_nitro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Carbonyl subset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fr_C_O minus carboxylic acids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Ketone variant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fr_ketone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N-dealkylation dup.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collinear with fr_Ndealkylation1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60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raw → 175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step.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617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 and matches the write-up exactly, but it's gated behind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--use-curated-descriptors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defaults to False, and the checked-in Slurm script never sets it. Confirm whether this actually ran for any cited result.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· 4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filter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remaining descriptors, any pair with absolute Pearson correlation above 0.80 has its lower-variance member dropped. This runs on the full dataset — not per bootstrap — and its output is the final feature set handed to every model family.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47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descriptors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175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4472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domain curation (optional)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447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threshold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0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code: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function's own default is 0.95, but the actual call site explicitly overrides it to 0.80. Matches the write-up.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Cross-family Rashomon Importance Distribution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fit the data almost equally well and disagree on what matters. RID treats importance as a distribution over that near-optimal “Rashomon set,” instead of a point estimate from one fitted model. Cross-family RID pools Rashomon sets across structurally different model families — not just hyperparameters within one — so the uncertainty reflects both sources.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PER-FAMILY RASHOMON SET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R(f,b) = { m : L(f,b)(m) ≤ min L(f,b)(m') + ε 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CROSS-FAMILY POOLING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w(f,b) = 1 / ( s(f)² · Σ(g) 1/s(g) 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four slides walk the procedure that produces these — bootstrap by bootstrap, family by family.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· 1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bootstrap b = 1, …, B, a resample (Xᵇ, yᵇ) of size n is drawn with replacement from the training data. Every family trains its candidate pool on the same resample within that bootstrap.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doesn't match across documents.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methods draft says features are scaled per bootstrap, fit only on (Xb, yb). The actual code in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rid/core.py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once on the full dataset with StandardScaler before the bootstrap loop starts, then draws every resample from that single pre-scaled matrix. The draft, the code, and the untracked methodology notes don't currently agree — this needs a decision, then one consistent description, before it goes in the paper.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· 2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Per-family candidate pool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family and each bootstrap, M candidates are trained across a fixed hyperparameter grid. Each candidate's log-loss is measured on the bootstrap sample, and any candidate within ε of that family's own minimum is retained.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84317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Hyperparameters searched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n_estimators {100,200}; max_depth {5,10,None}; max_features {sqrt,log2}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n_estimators {100,200}; learning_rate {0.05,0.1,0.2}; max_depth {2,3,4}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{0.1,1,10,100}; gamma {0.001,0.01,0.1,1,10}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 logistic)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C: 9 log-spaced values, 1e-4 – 1e2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 (logistic)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C: 5 log-spaced, 1e-3 – 1e2; l1_ratio {0.1,0.5,0.9}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 logistic)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C: 8 log-spaced values, 1e-4 – 1e3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grids match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rid/models.py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byte-for-byte. This part of the write-up needs no changes.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· 3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across families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family's retained models merge into one cross-family Rashomon pool. Two modes decide how much each model counts: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retained model counts equally. A family that happens to produce a larger Rashomon set — tree ensembles often do — contributes proportionally more.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224028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weight is inversely proportional to its family's Rashomon-set size, so every family contributes equal total mass regardless of how many near-optimal configurations it found.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PER-MODEL WEIGHT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w(f,b) = 1 / ( s(f)² · Σ(g) 1/s(g) 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rid/core.py exactly. Neither mode is “more correct” by default — but right now, weighted mode has never actually been run in either analysis script.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· 4 OF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importance distribution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 and each variable-importance metric, a common value grid is built across the pooled models. Each bootstrap contributes its own empirical CDF (weighted or unweighted); averaging across valid bootstraps produces the RID curve: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RASHOMON IMPORTANCE DISTRIBUTION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F(j)(k) = P( φ(j) ≤ k 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E[φj]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87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importance — ranks features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611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P(φj&gt;0)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087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signal, = 1 − F(0)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 metrics are available: 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sub_mr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(permutation-based model reliance), 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loco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(leave-one-covariate-out), and 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 coefficient magnitude, where applicable).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1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cross-family RID recover the truth?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checks that the code matches the write-up. It doesn't check that the method actually works.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run_nonlinear_interaction_simulation.py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answers that separately: six synthetic data-generating processes with </a:t>
            </a:r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relevant features, run through cross-family RID, and scored on whether it recovers them. This already ran, on the Longleaf cluster — it isn't a proposal, it's a completed study.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2218883"/>
                <a:gridCol w="6878537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X1–X4 of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sin, max(·,0), linear, exp — mixed nonlinear 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X1–X5 of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interaction, quadratic, two linear terms — classic ML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X1,X2,X5 of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categorical; OR of an equality test and a level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X2,X4,X5 of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categorical; OR of two compound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nonlinear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X1–X4 of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quadratic, step function, one interaction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sin+log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X1–X4 of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sin, log, one interaction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n=400 per run, 12 repetitions × 7 signal-strength levels (β = 0.25…4.0) × 6 DGPs = 504 independent RID fits, 12 bootstraps and 6 candidates/class each, unweighted pooling. Ground truth = the top-k ranked features by sub_mr, k = the true relevant-feature count.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2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recovers the truth — reliably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every signal-strength level, from the hardest (β=0.25) to the easiest (β=4.0). Ranked by precision@k, hardest to fool first.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1775106"/>
                <a:gridCol w="1553218"/>
                <a:gridCol w="1331330"/>
                <a:gridCol w="1553218"/>
                <a:gridCol w="2440771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GT 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nonlinear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sin+log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937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averaged over its worst-case (lowest-signal) conditions, cross-family RID puts every true feature in the top-k roughly 90–99% of the time across all six DGPs, and gets the </a:t>
            </a:r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top-k set right 69–99% of the time. Monk3 (nested categorical conditions) is consistently the hardest case.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3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tracks signal strength, as it should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recovering the exact true feature set, by signal strength β (higher β = higher signal-to-noise). This is the behavior a sanity check should show: near-chance when the signal is nearly buried, saturating once it isn't.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7939"/>
                <a:gridCol w="1497746"/>
                <a:gridCol w="1497746"/>
                <a:gridCol w="1497746"/>
                <a:gridCol w="1497746"/>
                <a:gridCol w="1497746"/>
                <a:gridCol w="1497746"/>
                <a:gridCol w="149774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β=4.00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nonlinear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sin+log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9C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Monk3 is the one DGP that doesn't climb monotonically — it dips at β=1.50 (0.583) before recovering at β=2.00. Worth a second look before citing this as a clean monotonic trend.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4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wrong, it's wrong in a sensible way — mostly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run where RID missed a true feature, which feature took its place? A method that fails randomly is less trustworthy than one that fails toward specific, explainable confounders.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2884548"/>
                <a:gridCol w="599098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intruder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nonlinear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X5 (9×), X6 (8×)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truly irrelevant noise columns — exactly what should leak in first.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sin+log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X5 (10×), X6 (8×)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pattern — noise columns, not other signal terms.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X10, X6, X7, X8 (1–2× 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and scattered across 10 candidate features — no systematic confound.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X6 (1×)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 — essentially never confused.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 (13×)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specific non-signal feature, consistently — worth understanding why.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 (22×)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 never appears in the monk3 formula at all — the single largest error source in the whole study.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94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9C0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Monk3 → X1 confound is the most common single failure in the entire 504-run study. Since X1 has no role in the monk3 signal, this deserves a real explanation (feature correlation induced by the categorical sampling scheme?) before the DGP study goes in the paper as clean validation.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5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counts as the paper's validation section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8288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only.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gap as everywhere else in this project — the weighted family-balance mode has never been exercised, here or on Falcon-Cano.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80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backed up.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 and analysis/ are both gitignored. study_results.csv and the analysis notebook's cached outputs exist only on this machine and the cluster — not in version control.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319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 roster.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study's RID uses 5 families (RF, GBM, SVM, Lasso, Ridge) — no Elastic Net, unlike the 6-family grid used for Falcon-Cano. Decide whether that's intentional before citing both studies as the same method.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undercuts the result — recovery is genuinely strong once signal is moderate. It just means the study needs the same documentation pass as the rest of the method before it's citable.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READINESS · DATASETS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active, one to choose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2440771"/>
                <a:gridCol w="554720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Falcon-Cano bioavailability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Coded, not current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pipeline above is fully implemented; no completed results on hand today.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Staellert control manifold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tasks run, results in hand, two more defined and ready.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PAMPA permeability (CycPeptMPDB)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00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Untouched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7,299 rows already collected, unused by any script — the strongest dataset-3 candidate.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READINESS · METHOD COMPARISONS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novel method, needs two real baselines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2884548"/>
                <a:gridCol w="5325319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Established, non-novel — exactly what a baseline should be.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Cross-family 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contribution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paper's one genuinely novel method — this is what needs to win the comparison.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 unweighted / weighted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6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method, two settings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family_balance_mode is one parameter of one estimator — an ablation, not an independent third arm.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0916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comp-bio methods-paper norms (PLOS Comp Bio's own guidelines, for one) expect innovation shown “against the state of the art” — not against the authors' own parallel variants. The cleaner three-way comparison swaps one RID setting for a genuine second baseline: </a:t>
            </a:r>
            <a:pPr indent="0" marL="0">
              <a:lnSpc>
                <a:spcPct val="128000"/>
              </a:lnSpc>
              <a:buNone/>
            </a:pPr>
            <a:r>
              <a:rPr lang="en-US" sz="1200" b="1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+ single-family RID (the original paper's method) + cross-family RID</a:t>
            </a:r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weighted/unweighted demoted to a supporting ablation inside the cross-family result. The synthetic DGP study a few slides back is independent supporting evidence that the contribution itself recovers real signal — worth citing alongside whichever three-way comparison is chosen.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IS SUBMISSION-READY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items to close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554480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standardization.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global-once vs. per-bootstrap, then make the draft, the code, and the internal notes agree.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04288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curation flag.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--use-curated-descriptors actually set for any result currently being cited?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54096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54096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the “three methods” question.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genuine second baseline (single-family RID) rather than treating weighted/unweighted as independent arms.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03904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03904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descriptor count.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write-up says 208; the modeling file has 207. A one-line correction.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53712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53712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RID to regression.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any regression dataset or task can honestly claim a full three-way comparison.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03520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303520"/>
            <a:ext cx="1045433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DGP validation study.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results live only in a gitignored results/ folder — commit or archive them, and explain the Monk3 → X1 confound, before citing this as validation.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holds up.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paperwork needs a pass.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formula, grid, and threshold in the draft either matches the code exactly or has a precise, fixable gap, and the synthetic DGP study is independent evidence the method recovers real signal. None of the six open items are research problems — they're documentation, backup, and configuration decisions standing between here and a submission-ready methods section.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Gordan Tao · Carmichael Lab      </a:t>
            </a:r>
            <a:pPr indent="0" marL="0">
              <a:buNone/>
            </a:pPr>
            <a:r>
              <a:rPr lang="en-US" sz="12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gtao@unc.edu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2026-08-31T02:42:53Z</dcterms:created>
  <dcterms:modified xsi:type="dcterms:W3CDTF">2026-08-31T02:42:53Z</dcterms:modified>
</cp:coreProperties>
</file>